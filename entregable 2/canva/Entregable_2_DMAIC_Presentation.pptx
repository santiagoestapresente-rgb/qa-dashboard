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6600"/>
                </a:solidFill>
              </a:defRPr>
            </a:pPr>
            <a:r>
              <a:t>CX Quality Assessment</a:t>
            </a:r>
          </a:p>
          <a:p>
            <a:pPr>
              <a:defRPr sz="1800">
                <a:solidFill>
                  <a:srgbClr val="1A1A1A"/>
                </a:solidFill>
              </a:defRPr>
            </a:pPr>
            <a:r>
              <a:t>DiDi Global — CX Service Operations  |  Delivery / Food LOB</a:t>
            </a:r>
          </a:p>
          <a:p>
            <a:pPr>
              <a:defRPr sz="1600">
                <a:solidFill>
                  <a:srgbClr val="6E6E6E"/>
                </a:solidFill>
              </a:defRPr>
            </a:pPr>
            <a:r>
              <a:t>Week W22  |  Weekly Performance Report (Entregable 2)</a:t>
            </a:r>
          </a:p>
          <a:p>
            <a:pPr>
              <a:defRPr sz="1400">
                <a:solidFill>
                  <a:srgbClr val="6E6E6E"/>
                </a:solidFill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Methodology — DMAIC Framework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This assessment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Define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Scope, KPI contract, 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 KPIs: QA 85 · CSAT 85% · Recontact ≤5.44%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Baseline performance &amp; data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2,460 audits · 77,266 surveys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Analyze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Why KPIs behave as they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Correlations, Pareto, RCA, CR Lv4 deep dive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Improve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Structured action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8-week phased plan · LOB owners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Sustain gains &amp; monitor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Weekly glide path · control charts · QA calibration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DEFINE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Project charter &amp; KPI contract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Define — Problem Statement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Problem: CX quality metrics diverge — QA meets target while CSAT and recontact do not.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Scope: Phone + Live Chat · CR Lv4 granularity · Week W22 · Countries CO, MX, PE, CR.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Voice of leadership: identify where customers recontact, where satisfaction drops, and which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contact reasons require systemic FCR intervention — not only script compliance.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</a:defRPr>
            </a:pPr>
            <a:r>
              <a:t>Data source: Business Case workbook · same logic as production dashboard (994,591 contacts).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MEASURE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On 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How the KPIs are behaving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For Week W22, the current metrics are: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1417320"/>
            <a:ext cx="1463040" cy="347472"/>
          </a:xfrm>
          <a:prstGeom prst="rect">
            <a:avLst/>
          </a:prstGeom>
          <a:solidFill>
            <a:srgbClr val="2E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1453896"/>
            <a:ext cx="1463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On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QA Score    Current Score: 94.1%    Target: 85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965960"/>
            <a:ext cx="1463040" cy="347472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002536"/>
            <a:ext cx="1463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Not on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CSAT    Current Score: 80.0%    Target: 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2514600"/>
            <a:ext cx="1463040" cy="3474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2551176"/>
            <a:ext cx="1463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Not on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1A"/>
                </a:solidFill>
              </a:defRPr>
            </a:pPr>
            <a:r>
              <a:t>Recontact Rate    Current Score: 5.83%    Target: 5.44%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CSAT is systematically below target (80.0% vs 85%). This is the root problem we address in the Improve phase.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Global QA Score meets the goal at 94.1%, but Phone is at 83.0% on 355 audits (-2.0 points vs the 85% goal). The overall average hides it because the highest-volume channel accounts for 86% of the sample. Top failing attribute on that channel: Time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How the KPIs are behaving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Ranking — QA agent compliance (≥5 audits)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Agents above 85%: 189  |  Between 80–85%: 24  |  Below 80% (outlier): 9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Average compliance: 94.5%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Any agent below 80% is considered an outlier and should enter an improvement plan.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Targeting the below-80 group addresses the majority of QA coaching deficit.</a:t>
            </a:r>
          </a:p>
        </p:txBody>
      </p:sp>
      <p:pic>
        <p:nvPicPr>
          <p:cNvPr id="6" name="Picture 5" descr="dmaic_agent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60320"/>
            <a:ext cx="7315200" cy="4317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How the KPIs are behaving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Correlations between the 3 KPIs (CR Lv4 level)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QA ↔ CSAT shows weak correlation (r=0.06) — perception gap vs audit score.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CSAT ↔ FCR (inverse recontact) r=0.00: low satisfaction aligns with repeat contacts.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QA ↔ FCR r=0.27: improving script compliance without FCR tools won't fix recontact.</a:t>
            </a:r>
          </a:p>
        </p:txBody>
      </p:sp>
      <p:pic>
        <p:nvPicPr>
          <p:cNvPr id="6" name="Picture 5" descr="dmaic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26080"/>
            <a:ext cx="5029200" cy="4142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How the KPIs are behaving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QA — channel dispersion hides Phone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Phone QA: 83.0% (-2.0 pp vs goal) — Not on target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Live Chat QA: 96.0% (+11.0 pp) — On target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Global QA 94.1% meets target, but Phone is the weakest channel.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Top Phone defect: Time management.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Focus: agents between 70–85 on Phone CRs tied to delivery / refund.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How the KPIs are behaving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CSAT KPI — population-level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Global CSAT 80.0% — Not on target (target 85.0%).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Live Chat CSAT: 77.6% drives the gap (72% of feedback).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Phone CSAT: 86.3% — on target.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CSAT is uncorrelated with QA on several high-volume CRs — improving QA alone won't fix CSAT.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We need targeted FCR + VOC interventions on order status / delay CRs.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Top VOC theme: Refund / compensation not received.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How the KPIs are behaving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Prioritization — CR Lv4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Recontact rate 5.83% — Not on target (target ≤5.44%).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user request order status or delay information: 13,014 recontacts (16.9% rate)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order status &amp; delays: 7,680 recontacts (19.3% rate)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User disagrees with cancellation charge/debt: 6,599 recontacts (13.0% rate)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Priority #1 combined risk: order status &amp; delays — Low CSAT + High Recontact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Targeting this cluster addresses the majority of the CSAT + recontact deficit.</a:t>
            </a:r>
          </a:p>
        </p:txBody>
      </p:sp>
      <p:pic>
        <p:nvPicPr>
          <p:cNvPr id="6" name="Picture 5" descr="dmaic_pareto_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08960"/>
            <a:ext cx="10058400" cy="58383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ANALYZE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Root Cause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RCA — Validated root causes (data review)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11064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Phone agents under time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Time management 37% fail rate Phone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 FCR script for order status CRs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green + CSAT red on same CRs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Limited live tracking in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VOC: 'wait' / 'no information'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Refund/compensation rules unclear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fails: info + compensation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measures script not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QA–CSAT weak correlation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Generic responses 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VOC themes: no solution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480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A1A1A"/>
                </a:solidFill>
              </a:defRPr>
            </a:pPr>
            <a:r>
              <a:t>Most pressing: Process, People, Measurement, 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Combined Analysis — operational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Global QA Score meets the goal at 94.1%, but Phone is at 83.0% on 355 audits (-2.0 points vs the 85% goal). The overall average hides it because the highest-volume channel accounts for 86% of the sample. Top failing attribute on that channel: Time management.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Hypothesis: For 'order status &amp; delays', high recontact suggests potential resolution or escalation gaps; low CSAT correlates with VOC theme 'Refund / compensation not received'. This is an observable pattern only, not confirmed causality.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Quantified: top recontact CR = user request order status or delay information · worst combined CR = order status &amp; delays.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IMPROVE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Action Plan to improve CSAT &amp; Recontact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Action plan — Current Situation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Current CSAT score: 80.0% (Target: 85%)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Recontact rate: 5.83% (Target: ≤5.44%)  |  QA: 94.1% (maintain ≥85.0)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Observed issues: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Live Chat CSAT drag despite high QA scores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Order status / delay CRs drive 40%+ recontacts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• Phone QA gap on time management &amp; critical information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Objective: Increase CSAT to ≥85% within 8 weeks while holding QA ≥85.0 and Recontact ≤5.44%.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Involved teams: Training · QA · Operations (Supervisors) · Product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Phase 1: Foundation (Weeks 1–2)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Establish baseline coaching on Phone time management + order-status FCR scripts.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Focused uptraining on Time management &amp; Complete information (Training, 45–60 min)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FCR job aid for order status / delay CRs (Training + QA)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1:1 coaching for Phone outlier agents &lt;80% QA (Ops)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QA alerts on Critical fails — 13 daily interactions reviewed (QA)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Phase 2: Process &amp; QA Alignment (Weeks 3–4)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Align QA, Training, and Ops on resolution — not only script compliance.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QA calibration sessions 2×/week (QA + Ops + Training)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Live tracking widget pilot in Live Chat for status CRs (Product + Ops)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Daily tips on FCR behaviors via comms channels (Training + QA)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Weekly performance report highlighting CR outliers (QA → Supervisors)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Phase 3: Reinforcement (Weeks 5–6)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Sustain progress and reduce repeated QA errors.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Weekly outlier tracking + follow-up coaching (QA + Ops)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Recognition for agents maintaining ≥85% CSAT on audited CRs (Ops)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Refresher on top VOC themes (QA + Training)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Coaching compliance within 24h report (Ops → QA)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Phase 4: Consolidation (Weeks 7–8)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Lock in gains and start next outlier cohort.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Targeted coaching for CRs still below 75% CSAT (Ops)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Continuous monitoring + findings to supervisors (QA)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Final review — assess outcomes &amp; next DMAIC loop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Restart plan on next outlier agent group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Action plan — Activities matrix &amp; LOB ownership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LOB / Type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+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Wk 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Phone coaching: time mgmt +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Phone QA → 85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Full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Ops + WFM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Peak staffing · reduce chat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CSAT FS → 85%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Full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Wk 2–4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Tracking widget in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−3pp recontact status CRs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Market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LOB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Wk 2–3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Separate marketplace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CSAT MP → 85%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All LOBs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CX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War room top 3 recontact CRs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RC ≤ 5.44%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062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Strategic framework: clear accountability · who does what · by when.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600"/>
                </a:solidFill>
              </a:defRPr>
            </a:pPr>
            <a:r>
              <a:t>CONTROL</a:t>
            </a:r>
          </a:p>
          <a:p>
            <a:pPr>
              <a:defRPr sz="1800">
                <a:solidFill>
                  <a:srgbClr val="6E6E6E"/>
                </a:solidFill>
              </a:defRPr>
            </a:pPr>
            <a:r>
              <a:t>How do we ensure effectiveness?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Control — Metrics &amp; monitoring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Primary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CSAT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Primary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Recontact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≤ 5.44%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 85.0 (±3pp max drift)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FCR on status CR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↑ 5pp vs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alerts closed &lt;24h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Daily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calibration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≥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Per session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Phone outlier agents &lt;80%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↓ 50% by week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Bi-weekly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6600"/>
                </a:solidFill>
              </a:defRPr>
            </a:pPr>
            <a:r>
              <a:t>Glide path — weekly KPI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E6E6E"/>
                </a:solidFill>
              </a:defRPr>
            </a:pPr>
            <a:r>
              <a:t>Baseline shows stable CSAT/recontact — improvement requires the action plan above.</a:t>
            </a:r>
          </a:p>
        </p:txBody>
      </p:sp>
      <p:pic>
        <p:nvPicPr>
          <p:cNvPr id="5" name="Picture 4" descr="dmaic_glide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515600" cy="798710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600"/>
                </a:solidFill>
              </a:defRPr>
            </a:pPr>
            <a:r>
              <a:t>Annex — 7 Quality Tools applied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DMAIC phase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Check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Data validation &amp; audit rules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Analyze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Top defects &amp; recontact CRs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score distribution by channel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Control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by country / daily SPC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Scatter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Analyze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vs CSAT correlation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Ishikawa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Analyze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Root cause — order status cluster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Flowchart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Analyze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FCR failure path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60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